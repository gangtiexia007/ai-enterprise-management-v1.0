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  <a:latin typeface="PingFang SC"/>
              </a:rPr>
              <a:t>POD 运营模式 3.0 培训课程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563EB"/>
                </a:solidFill>
                <a:latin typeface="PingFang SC"/>
              </a:rPr>
              <a:t>从泛铺思维到人群经营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适用对象：运营、主管、组长候选人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培训目标：统一方法、统一判断、统一考核语言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PingFang SC"/>
              </a:rPr>
              <a:t>核心目标：统一认知、统一动作、统一复盘语言。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配图建议：封面使用“货架式铺货 vs 人群经营”对比风格背景图。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演示方式：讲师出镜 15-30 秒开场，再切入 PPT。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这门课学完要解决什么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理解 POD 的本质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学会判断什么人群值得做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学会一店一人群的经营方式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学会矩阵测试，不再乱铺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学会看数据，做淘汰、优化和放大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学会用统一的周报、复盘和绩效语言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配图建议：用“课程路线图”信息图。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演示方式：先快速预告六个模块，再说明学习结果。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为什么“多上点，总会撞到爆款”不成立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商品多，不等于方向准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泛设计在平台搜索里很容易被淹没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没有情绪连接，就没有点击和转化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泛设计最后只能打价格战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上得越多，错得越多，只会放大浪费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配图建议：漏斗图，展示泛设计从曝光到转化的流失。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演示方式：先讲旧思维，再用红色标出其后果。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POD 到底在卖什么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不是卖一件 T 恤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是卖身份标签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是卖情绪共鸣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是卖具体场景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是卖送礼理由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配图建议：左边放普通服装，右边放身份表达型文案 T 恤。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演示方式：用“卖产品 vs 卖身份”对比方式讲。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好的 POD 长什么样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好的 POD = 明确人群 × 情绪共鸣 × 具体场景 × 可复制表达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明确人群：越具体越好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情绪共鸣：让人觉得“这说的是我”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具体场景：工作、家庭、礼物、吐槽、纪念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可复制表达：不是只做 1 款，而是能持续扩展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配图建议：用四要素拼图或公式图。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演示方式：逐个解释公式，不要一口气念完。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任何赛道先过三问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这群人会在我们的平台上购物吗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这群人会穿印花 T 恤表达身份吗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真正的买家是谁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配图建议：三步流程箭头图。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演示方式：每讲一问，都配一个真实例子。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菲律宾线 vs 欧美线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菲律宾线：更年轻，自穿更多，本地语言和关系表达更强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欧美线：礼物场景更重，宠物/职业/家庭角色细分更成熟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共同原则：具体人群更容易被看见，有情绪的表达更容易成交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配图建议：双栏对比图。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演示方式：用两个市场的典型赛道做对照讲解。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只有拆到三级，才适合直接出设计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合格：Shih Tzu Mom / Night Shift Nurse PH / Golden Retriever Mom / Boy Mom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不合格：Dog Lover / Nurse / Mom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一级和二级是方向，三级才是直接经营单元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配图建议：赛道层级金字塔。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演示方式：先让学员判断，再公布答案。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一个店铺 = 一个人群方向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不是一个店放很多赛道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不是先开店再想放什么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是先定人群，再开店绑定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然后在同一人群里测试不同表达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多店铺的意义，是多几个人群资产池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配图建议：店铺与人群绑定结构图。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演示方式：展示“混店错误案例”和“单人群店”对比。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如何把一个赛道拆成一批可测试款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围绕同一人群拆四个维度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情绪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风格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语言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场景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矩阵是系统覆盖，不是为了凑数量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配图建议：四维矩阵模板。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演示方式：现场填一张矩阵表。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矩阵之后，怎么变成首批上架方案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每个款式要明确：编号、赛道、情绪、风格、语言、场景、文案概要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首批测试不是穷举所有组合，而是优先上最有潜力的组合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配图建议：首批测试款表格样例。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演示方式：举 2-3 个编号样例，如 NSN-001、GRM-002。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为什么不能一天全上完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建议每天分批上架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让每一批都吃到新品流量窗口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每个款式都要记录上架时间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每个款式都要能追溯到赛道和表达方向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必须记录：编号、赛道、平台、上架日期、文案方向、设计风格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配图建议：3 天分批上架时间轴。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演示方式：强调“没有记录 = 无法复盘”。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上架后不是结束，而是进入判断期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第 1-3 天：看曝光、看点击率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第 4-7 天：看收藏、看加购、看首单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第 7-14 天：看持续出单、做最终分类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配图建议：按时间节点拆分的数据观察时间轴。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演示方式：按天数逐步点亮关注指标。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团队先统一什么叫“能卖”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起单信号：14 天内出 1 单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有效链接：14 天内至少 2 单，且分布在 2 天及以上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无效链接：30 天 0 单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量起来：连续 7 天累计 10+ 单，或连续 3 天都有单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配图建议：四级经营口径卡片图。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演示方式：讲清楚这是团队共同语言，不是个人感觉。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款式不是靠感觉判断，而是靠分级动作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S 级：持续出单，立即做变体、跨平台、放量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A 级：有单但不稳定，优化后继续观察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B 级：有点击或收藏但无单，针对性优化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C 级：无反应，淘汰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纪律：一次只改一个变量，最多优化两轮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配图建议：S/A/B/C 四象限或分层图。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演示方式：配 1-2 组假数据，现场分级。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测试期、放大期、做深期分别干什么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测试期：快速验证赛道，设计 70 分就够，不急着投广告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放大期：爆款做 5-10 个变体，跨平台分发，小预算放量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做深期：系列化、视觉统一、建立店铺壁垒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原则：先验证，再放大，再做深，不允许跳步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配图建议：三阶段推进流程图。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演示方式：对比“跳步错误”与“正确节奏”。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当前团队组织方式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全员独立作战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每个人对自己的店铺和链接负责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同一产品可多平台分发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不按平台拆岗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不按研究、铺货、数据拆岗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配图建议：模式 D 组织结构图。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演示方式：强调运营是完整经营单元负责人。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团队每周必须讲清楚三件事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每周一回答三问：上周上了多少链接、哪条卖得最好、这周准备做什么方向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主管每周要做：汇总有效链接、汇总爆款、看命中率、做排名、开周会复盘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配图建议：三问周报卡片 + 周复盘流程图。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演示方式：展示一份好的周报和一份糊弄式周报。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团队真正的指挥棒是什么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核心指标：有效链接数、爆款数、选品命中率、毛利结果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上架量只是过渡期劳动纪律，不是核心奖励目标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配图建议：KPI 切换对比图，旧指标 vs 新指标。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演示方式：重点讲透，否则团队会回到旧思维。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从赛道到执行，完整走一遍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示例方向任选：Night Shift Nurse PH / Shih Tzu Mom / Golden Retriever Mom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演示内容：为什么值得做、真正买家是谁、店铺定位、矩阵展开、首批上什么、7 天后怎么判断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配图建议：完整经营链路图 + 案例表格。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演示方式：整案推演，不要只展示好看的标题。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今天不是听完就结束，要当场做出来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每组任务：选一个三级细分赛道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完成前置三问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写店铺定位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做矩阵表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写 10-15 个首批款式方向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制定 7 天判断预案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配图建议：小组工作坊任务清单。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演示方式：讲师先示范一组，再让学员分组做。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PingFang SC"/>
              </a:rPr>
              <a:t>我们到底在经营什么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我们不是在卖 T 恤，我们是在卖身份和情绪表达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一个店不是货架，而是一个人群资产池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测试不是乱试人群，而是在同一人群里测不同表达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数据支持的方向必须做深，数据不支持的方向必须停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  <a:latin typeface="PingFang SC"/>
              </a:defRPr>
            </a:pPr>
            <a:r>
              <a:t>运营能力不看铺了多少，而看找到了多少有效链接和爆款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2004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0876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2563EB"/>
                </a:solidFill>
                <a:latin typeface="PingFang SC"/>
              </a:rPr>
              <a:t>配图/指导图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配图建议：五句总结做成海报式收尾页。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16A34A"/>
                </a:solidFill>
                <a:latin typeface="PingFang SC"/>
              </a:rPr>
              <a:t>演示方式</a:t>
            </a:r>
          </a:p>
          <a:p>
            <a:pPr>
              <a:spcAft>
                <a:spcPts val="1600"/>
              </a:spcAft>
              <a:defRPr sz="1200">
                <a:solidFill>
                  <a:srgbClr val="334155"/>
                </a:solidFill>
                <a:latin typeface="PingFang SC"/>
              </a:defRPr>
            </a:pPr>
            <a:r>
              <a:t>演示方式：讲师出镜收尾，逐句强化记忆。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63640"/>
            <a:ext cx="109728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PingFang SC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